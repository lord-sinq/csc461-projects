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B3AB4-109F-4DBF-0AF2-88FA7B70D44A}" v="372" dt="2025-12-08T04:24:36.009"/>
    <p1510:client id="{897E13F6-7EC5-4A42-B3B1-E4EA9AD16962}" v="172" dt="2025-12-08T18:33:05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rell, Ryan Steven" userId="S::rsf4559@uncw.edu::71e7d5b2-2700-43ed-adb6-7ac8a42f63fa" providerId="AD" clId="Web-{897E13F6-7EC5-4A42-B3B1-E4EA9AD16962}"/>
    <pc:docChg chg="modSld">
      <pc:chgData name="Farrell, Ryan Steven" userId="S::rsf4559@uncw.edu::71e7d5b2-2700-43ed-adb6-7ac8a42f63fa" providerId="AD" clId="Web-{897E13F6-7EC5-4A42-B3B1-E4EA9AD16962}" dt="2025-12-08T18:33:03.466" v="179" actId="20577"/>
      <pc:docMkLst>
        <pc:docMk/>
      </pc:docMkLst>
      <pc:sldChg chg="modSp">
        <pc:chgData name="Farrell, Ryan Steven" userId="S::rsf4559@uncw.edu::71e7d5b2-2700-43ed-adb6-7ac8a42f63fa" providerId="AD" clId="Web-{897E13F6-7EC5-4A42-B3B1-E4EA9AD16962}" dt="2025-12-08T18:33:03.466" v="179" actId="20577"/>
        <pc:sldMkLst>
          <pc:docMk/>
          <pc:sldMk cId="980602306" sldId="261"/>
        </pc:sldMkLst>
        <pc:spChg chg="mod">
          <ac:chgData name="Farrell, Ryan Steven" userId="S::rsf4559@uncw.edu::71e7d5b2-2700-43ed-adb6-7ac8a42f63fa" providerId="AD" clId="Web-{897E13F6-7EC5-4A42-B3B1-E4EA9AD16962}" dt="2025-12-08T18:33:03.466" v="179" actId="20577"/>
          <ac:spMkLst>
            <pc:docMk/>
            <pc:sldMk cId="980602306" sldId="261"/>
            <ac:spMk id="3" creationId="{E9FBB4DF-E01B-28A2-64E1-4617048C7165}"/>
          </ac:spMkLst>
        </pc:spChg>
      </pc:sldChg>
    </pc:docChg>
  </pc:docChgLst>
  <pc:docChgLst>
    <pc:chgData name="Deyoung, Sinclair Vincent" userId="S::svd2152@uncw.edu::5afc2b85-4bc6-417a-8348-19129b278de8" providerId="AD" clId="Web-{042B3AB4-109F-4DBF-0AF2-88FA7B70D44A}"/>
    <pc:docChg chg="addSld modSld sldOrd addMainMaster delMainMaster">
      <pc:chgData name="Deyoung, Sinclair Vincent" userId="S::svd2152@uncw.edu::5afc2b85-4bc6-417a-8348-19129b278de8" providerId="AD" clId="Web-{042B3AB4-109F-4DBF-0AF2-88FA7B70D44A}" dt="2025-12-08T04:24:36.009" v="356" actId="1076"/>
      <pc:docMkLst>
        <pc:docMk/>
      </pc:docMkLst>
      <pc:sldChg chg="addSp delSp modSp mod setBg modClrScheme setClrOvrMap chgLayout">
        <pc:chgData name="Deyoung, Sinclair Vincent" userId="S::svd2152@uncw.edu::5afc2b85-4bc6-417a-8348-19129b278de8" providerId="AD" clId="Web-{042B3AB4-109F-4DBF-0AF2-88FA7B70D44A}" dt="2025-12-08T03:49:37.580" v="18"/>
        <pc:sldMkLst>
          <pc:docMk/>
          <pc:sldMk cId="109857222" sldId="256"/>
        </pc:sldMkLst>
        <pc:spChg chg="mod">
          <ac:chgData name="Deyoung, Sinclair Vincent" userId="S::svd2152@uncw.edu::5afc2b85-4bc6-417a-8348-19129b278de8" providerId="AD" clId="Web-{042B3AB4-109F-4DBF-0AF2-88FA7B70D44A}" dt="2025-12-08T03:49:37.580" v="1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Deyoung, Sinclair Vincent" userId="S::svd2152@uncw.edu::5afc2b85-4bc6-417a-8348-19129b278de8" providerId="AD" clId="Web-{042B3AB4-109F-4DBF-0AF2-88FA7B70D44A}" dt="2025-12-08T03:49:37.580" v="18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Deyoung, Sinclair Vincent" userId="S::svd2152@uncw.edu::5afc2b85-4bc6-417a-8348-19129b278de8" providerId="AD" clId="Web-{042B3AB4-109F-4DBF-0AF2-88FA7B70D44A}" dt="2025-12-08T03:49:37.580" v="18"/>
          <ac:spMkLst>
            <pc:docMk/>
            <pc:sldMk cId="109857222" sldId="256"/>
            <ac:spMk id="9" creationId="{8BEC44CD-E290-4D60-A056-5BA05B182AC3}"/>
          </ac:spMkLst>
        </pc:spChg>
        <pc:spChg chg="add del">
          <ac:chgData name="Deyoung, Sinclair Vincent" userId="S::svd2152@uncw.edu::5afc2b85-4bc6-417a-8348-19129b278de8" providerId="AD" clId="Web-{042B3AB4-109F-4DBF-0AF2-88FA7B70D44A}" dt="2025-12-08T03:49:37.580" v="18"/>
          <ac:spMkLst>
            <pc:docMk/>
            <pc:sldMk cId="109857222" sldId="256"/>
            <ac:spMk id="11" creationId="{B2C335F7-F61C-4EB4-80F2-4B1438FE66BB}"/>
          </ac:spMkLst>
        </pc:spChg>
        <pc:spChg chg="add del">
          <ac:chgData name="Deyoung, Sinclair Vincent" userId="S::svd2152@uncw.edu::5afc2b85-4bc6-417a-8348-19129b278de8" providerId="AD" clId="Web-{042B3AB4-109F-4DBF-0AF2-88FA7B70D44A}" dt="2025-12-08T03:49:37.580" v="18"/>
          <ac:spMkLst>
            <pc:docMk/>
            <pc:sldMk cId="109857222" sldId="256"/>
            <ac:spMk id="13" creationId="{F1189494-2B67-46D2-93D6-A122A09BF6B2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3:49:37.580" v="18"/>
          <ac:spMkLst>
            <pc:docMk/>
            <pc:sldMk cId="109857222" sldId="256"/>
            <ac:spMk id="18" creationId="{B7E2F724-2FB3-4D1D-A730-739B8654C030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3:49:37.580" v="18"/>
          <ac:spMkLst>
            <pc:docMk/>
            <pc:sldMk cId="109857222" sldId="256"/>
            <ac:spMk id="20" creationId="{B2C335F7-F61C-4EB4-80F2-4B1438FE66BB}"/>
          </ac:spMkLst>
        </pc:spChg>
        <pc:picChg chg="add mod">
          <ac:chgData name="Deyoung, Sinclair Vincent" userId="S::svd2152@uncw.edu::5afc2b85-4bc6-417a-8348-19129b278de8" providerId="AD" clId="Web-{042B3AB4-109F-4DBF-0AF2-88FA7B70D44A}" dt="2025-12-08T03:49:37.580" v="18"/>
          <ac:picMkLst>
            <pc:docMk/>
            <pc:sldMk cId="109857222" sldId="256"/>
            <ac:picMk id="4" creationId="{DE3FE35B-2705-ACDC-244C-7FA9DB3DDA6D}"/>
          </ac:picMkLst>
        </pc:picChg>
      </pc:sldChg>
      <pc:sldChg chg="addSp delSp modSp new mod setBg modClrScheme chgLayout">
        <pc:chgData name="Deyoung, Sinclair Vincent" userId="S::svd2152@uncw.edu::5afc2b85-4bc6-417a-8348-19129b278de8" providerId="AD" clId="Web-{042B3AB4-109F-4DBF-0AF2-88FA7B70D44A}" dt="2025-12-08T04:14:31.704" v="288"/>
        <pc:sldMkLst>
          <pc:docMk/>
          <pc:sldMk cId="4155018986" sldId="257"/>
        </pc:sldMkLst>
        <pc:spChg chg="mod ord">
          <ac:chgData name="Deyoung, Sinclair Vincent" userId="S::svd2152@uncw.edu::5afc2b85-4bc6-417a-8348-19129b278de8" providerId="AD" clId="Web-{042B3AB4-109F-4DBF-0AF2-88FA7B70D44A}" dt="2025-12-08T04:14:31.704" v="288"/>
          <ac:spMkLst>
            <pc:docMk/>
            <pc:sldMk cId="4155018986" sldId="257"/>
            <ac:spMk id="2" creationId="{FEA32877-2F0B-FA96-D606-92DE5D2F915D}"/>
          </ac:spMkLst>
        </pc:spChg>
        <pc:spChg chg="mod ord">
          <ac:chgData name="Deyoung, Sinclair Vincent" userId="S::svd2152@uncw.edu::5afc2b85-4bc6-417a-8348-19129b278de8" providerId="AD" clId="Web-{042B3AB4-109F-4DBF-0AF2-88FA7B70D44A}" dt="2025-12-08T04:14:31.704" v="288"/>
          <ac:spMkLst>
            <pc:docMk/>
            <pc:sldMk cId="4155018986" sldId="257"/>
            <ac:spMk id="3" creationId="{314F4647-52E6-EDF4-A9DC-A807715FF14A}"/>
          </ac:spMkLst>
        </pc:spChg>
        <pc:spChg chg="add del mod ord">
          <ac:chgData name="Deyoung, Sinclair Vincent" userId="S::svd2152@uncw.edu::5afc2b85-4bc6-417a-8348-19129b278de8" providerId="AD" clId="Web-{042B3AB4-109F-4DBF-0AF2-88FA7B70D44A}" dt="2025-12-08T03:58:51.077" v="187"/>
          <ac:spMkLst>
            <pc:docMk/>
            <pc:sldMk cId="4155018986" sldId="257"/>
            <ac:spMk id="4" creationId="{2573C0FB-F11E-1DF7-27C8-886A4B72ACDF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14:31.704" v="288"/>
          <ac:spMkLst>
            <pc:docMk/>
            <pc:sldMk cId="4155018986" sldId="257"/>
            <ac:spMk id="10" creationId="{175EAFFD-4A47-DD53-4F76-BD457E18BF1F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14:31.704" v="288"/>
          <ac:spMkLst>
            <pc:docMk/>
            <pc:sldMk cId="4155018986" sldId="257"/>
            <ac:spMk id="12" creationId="{7CC1FECC-9CA4-341C-7E20-4728C5147389}"/>
          </ac:spMkLst>
        </pc:spChg>
        <pc:picChg chg="add mod">
          <ac:chgData name="Deyoung, Sinclair Vincent" userId="S::svd2152@uncw.edu::5afc2b85-4bc6-417a-8348-19129b278de8" providerId="AD" clId="Web-{042B3AB4-109F-4DBF-0AF2-88FA7B70D44A}" dt="2025-12-08T04:14:31.704" v="288"/>
          <ac:picMkLst>
            <pc:docMk/>
            <pc:sldMk cId="4155018986" sldId="257"/>
            <ac:picMk id="5" creationId="{75AA367C-6346-165C-6FDE-71730BD14D55}"/>
          </ac:picMkLst>
        </pc:picChg>
      </pc:sldChg>
      <pc:sldChg chg="addSp delSp modSp new mod ord modClrScheme chgLayout">
        <pc:chgData name="Deyoung, Sinclair Vincent" userId="S::svd2152@uncw.edu::5afc2b85-4bc6-417a-8348-19129b278de8" providerId="AD" clId="Web-{042B3AB4-109F-4DBF-0AF2-88FA7B70D44A}" dt="2025-12-08T04:16:04.205" v="312" actId="1076"/>
        <pc:sldMkLst>
          <pc:docMk/>
          <pc:sldMk cId="1716102438" sldId="258"/>
        </pc:sldMkLst>
        <pc:spChg chg="mod ord">
          <ac:chgData name="Deyoung, Sinclair Vincent" userId="S::svd2152@uncw.edu::5afc2b85-4bc6-417a-8348-19129b278de8" providerId="AD" clId="Web-{042B3AB4-109F-4DBF-0AF2-88FA7B70D44A}" dt="2025-12-08T03:55:51.308" v="163" actId="20577"/>
          <ac:spMkLst>
            <pc:docMk/>
            <pc:sldMk cId="1716102438" sldId="258"/>
            <ac:spMk id="2" creationId="{B5F928FA-DEC8-6DEB-75CD-CF22F4682592}"/>
          </ac:spMkLst>
        </pc:spChg>
        <pc:spChg chg="del mod ord">
          <ac:chgData name="Deyoung, Sinclair Vincent" userId="S::svd2152@uncw.edu::5afc2b85-4bc6-417a-8348-19129b278de8" providerId="AD" clId="Web-{042B3AB4-109F-4DBF-0AF2-88FA7B70D44A}" dt="2025-12-08T04:00:35.469" v="215"/>
          <ac:spMkLst>
            <pc:docMk/>
            <pc:sldMk cId="1716102438" sldId="258"/>
            <ac:spMk id="3" creationId="{EF58CD89-5C79-2683-9AA0-0D45640F6C9B}"/>
          </ac:spMkLst>
        </pc:spChg>
        <pc:spChg chg="add mod ord">
          <ac:chgData name="Deyoung, Sinclair Vincent" userId="S::svd2152@uncw.edu::5afc2b85-4bc6-417a-8348-19129b278de8" providerId="AD" clId="Web-{042B3AB4-109F-4DBF-0AF2-88FA7B70D44A}" dt="2025-12-08T04:15:18.501" v="300" actId="20577"/>
          <ac:spMkLst>
            <pc:docMk/>
            <pc:sldMk cId="1716102438" sldId="258"/>
            <ac:spMk id="4" creationId="{914E1A50-86CA-6487-4538-4249C0499AA3}"/>
          </ac:spMkLst>
        </pc:spChg>
        <pc:spChg chg="add del mod ord">
          <ac:chgData name="Deyoung, Sinclair Vincent" userId="S::svd2152@uncw.edu::5afc2b85-4bc6-417a-8348-19129b278de8" providerId="AD" clId="Web-{042B3AB4-109F-4DBF-0AF2-88FA7B70D44A}" dt="2025-12-08T04:15:27.861" v="302"/>
          <ac:spMkLst>
            <pc:docMk/>
            <pc:sldMk cId="1716102438" sldId="258"/>
            <ac:spMk id="5" creationId="{4D44F461-A3D4-578E-CD9E-D47C13305717}"/>
          </ac:spMkLst>
        </pc:spChg>
        <pc:spChg chg="add del mod ord">
          <ac:chgData name="Deyoung, Sinclair Vincent" userId="S::svd2152@uncw.edu::5afc2b85-4bc6-417a-8348-19129b278de8" providerId="AD" clId="Web-{042B3AB4-109F-4DBF-0AF2-88FA7B70D44A}" dt="2025-12-08T04:15:24.080" v="301"/>
          <ac:spMkLst>
            <pc:docMk/>
            <pc:sldMk cId="1716102438" sldId="258"/>
            <ac:spMk id="6" creationId="{131AF292-816A-60F2-C2CE-33E6FEA0AE5D}"/>
          </ac:spMkLst>
        </pc:spChg>
        <pc:spChg chg="add mod">
          <ac:chgData name="Deyoung, Sinclair Vincent" userId="S::svd2152@uncw.edu::5afc2b85-4bc6-417a-8348-19129b278de8" providerId="AD" clId="Web-{042B3AB4-109F-4DBF-0AF2-88FA7B70D44A}" dt="2025-12-08T04:15:24.080" v="301"/>
          <ac:spMkLst>
            <pc:docMk/>
            <pc:sldMk cId="1716102438" sldId="258"/>
            <ac:spMk id="9" creationId="{95D2A6F8-FB88-1165-0BBB-202B3A3FAB77}"/>
          </ac:spMkLst>
        </pc:spChg>
        <pc:spChg chg="add mod">
          <ac:chgData name="Deyoung, Sinclair Vincent" userId="S::svd2152@uncw.edu::5afc2b85-4bc6-417a-8348-19129b278de8" providerId="AD" clId="Web-{042B3AB4-109F-4DBF-0AF2-88FA7B70D44A}" dt="2025-12-08T04:15:27.861" v="302"/>
          <ac:spMkLst>
            <pc:docMk/>
            <pc:sldMk cId="1716102438" sldId="258"/>
            <ac:spMk id="11" creationId="{9A38AC65-15EA-7D17-195B-02E8A5FD171C}"/>
          </ac:spMkLst>
        </pc:spChg>
        <pc:picChg chg="add mod">
          <ac:chgData name="Deyoung, Sinclair Vincent" userId="S::svd2152@uncw.edu::5afc2b85-4bc6-417a-8348-19129b278de8" providerId="AD" clId="Web-{042B3AB4-109F-4DBF-0AF2-88FA7B70D44A}" dt="2025-12-08T04:16:04.205" v="312" actId="1076"/>
          <ac:picMkLst>
            <pc:docMk/>
            <pc:sldMk cId="1716102438" sldId="258"/>
            <ac:picMk id="7" creationId="{03455E9C-9EE2-C533-8729-29CDB3210BA0}"/>
          </ac:picMkLst>
        </pc:picChg>
      </pc:sldChg>
      <pc:sldChg chg="delSp modSp new mod ord modClrScheme chgLayout">
        <pc:chgData name="Deyoung, Sinclair Vincent" userId="S::svd2152@uncw.edu::5afc2b85-4bc6-417a-8348-19129b278de8" providerId="AD" clId="Web-{042B3AB4-109F-4DBF-0AF2-88FA7B70D44A}" dt="2025-12-08T04:01:15.219" v="218" actId="20577"/>
        <pc:sldMkLst>
          <pc:docMk/>
          <pc:sldMk cId="464732901" sldId="259"/>
        </pc:sldMkLst>
        <pc:spChg chg="mod ord">
          <ac:chgData name="Deyoung, Sinclair Vincent" userId="S::svd2152@uncw.edu::5afc2b85-4bc6-417a-8348-19129b278de8" providerId="AD" clId="Web-{042B3AB4-109F-4DBF-0AF2-88FA7B70D44A}" dt="2025-12-08T03:59:18.671" v="191" actId="20577"/>
          <ac:spMkLst>
            <pc:docMk/>
            <pc:sldMk cId="464732901" sldId="259"/>
            <ac:spMk id="2" creationId="{07F3E8C7-61EE-C463-6F16-E0A4A7D280A8}"/>
          </ac:spMkLst>
        </pc:spChg>
        <pc:spChg chg="del">
          <ac:chgData name="Deyoung, Sinclair Vincent" userId="S::svd2152@uncw.edu::5afc2b85-4bc6-417a-8348-19129b278de8" providerId="AD" clId="Web-{042B3AB4-109F-4DBF-0AF2-88FA7B70D44A}" dt="2025-12-08T03:59:09.218" v="189"/>
          <ac:spMkLst>
            <pc:docMk/>
            <pc:sldMk cId="464732901" sldId="259"/>
            <ac:spMk id="3" creationId="{04CF390B-04BA-5439-8499-F40D43604939}"/>
          </ac:spMkLst>
        </pc:spChg>
        <pc:spChg chg="mod ord">
          <ac:chgData name="Deyoung, Sinclair Vincent" userId="S::svd2152@uncw.edu::5afc2b85-4bc6-417a-8348-19129b278de8" providerId="AD" clId="Web-{042B3AB4-109F-4DBF-0AF2-88FA7B70D44A}" dt="2025-12-08T04:01:10.438" v="217" actId="20577"/>
          <ac:spMkLst>
            <pc:docMk/>
            <pc:sldMk cId="464732901" sldId="259"/>
            <ac:spMk id="4" creationId="{48C397DD-488A-42B8-8FA1-1BA2325B43B9}"/>
          </ac:spMkLst>
        </pc:spChg>
        <pc:spChg chg="del">
          <ac:chgData name="Deyoung, Sinclair Vincent" userId="S::svd2152@uncw.edu::5afc2b85-4bc6-417a-8348-19129b278de8" providerId="AD" clId="Web-{042B3AB4-109F-4DBF-0AF2-88FA7B70D44A}" dt="2025-12-08T03:59:09.218" v="189"/>
          <ac:spMkLst>
            <pc:docMk/>
            <pc:sldMk cId="464732901" sldId="259"/>
            <ac:spMk id="5" creationId="{232DBA71-4933-9BD4-4987-3753CF37F059}"/>
          </ac:spMkLst>
        </pc:spChg>
        <pc:spChg chg="mod ord">
          <ac:chgData name="Deyoung, Sinclair Vincent" userId="S::svd2152@uncw.edu::5afc2b85-4bc6-417a-8348-19129b278de8" providerId="AD" clId="Web-{042B3AB4-109F-4DBF-0AF2-88FA7B70D44A}" dt="2025-12-08T04:01:15.219" v="218" actId="20577"/>
          <ac:spMkLst>
            <pc:docMk/>
            <pc:sldMk cId="464732901" sldId="259"/>
            <ac:spMk id="6" creationId="{CF4BF857-863F-7513-625B-49FEC45D2D52}"/>
          </ac:spMkLst>
        </pc:spChg>
      </pc:sldChg>
      <pc:sldChg chg="addSp delSp modSp new mod ord modClrScheme chgLayout">
        <pc:chgData name="Deyoung, Sinclair Vincent" userId="S::svd2152@uncw.edu::5afc2b85-4bc6-417a-8348-19129b278de8" providerId="AD" clId="Web-{042B3AB4-109F-4DBF-0AF2-88FA7B70D44A}" dt="2025-12-08T04:18:38.348" v="333"/>
        <pc:sldMkLst>
          <pc:docMk/>
          <pc:sldMk cId="3445815339" sldId="260"/>
        </pc:sldMkLst>
        <pc:spChg chg="mod ord">
          <ac:chgData name="Deyoung, Sinclair Vincent" userId="S::svd2152@uncw.edu::5afc2b85-4bc6-417a-8348-19129b278de8" providerId="AD" clId="Web-{042B3AB4-109F-4DBF-0AF2-88FA7B70D44A}" dt="2025-12-08T04:04:06.278" v="231" actId="20577"/>
          <ac:spMkLst>
            <pc:docMk/>
            <pc:sldMk cId="3445815339" sldId="260"/>
            <ac:spMk id="2" creationId="{ACC17B5F-8751-6817-77B7-9AF36CD8B8CC}"/>
          </ac:spMkLst>
        </pc:spChg>
        <pc:spChg chg="mod ord">
          <ac:chgData name="Deyoung, Sinclair Vincent" userId="S::svd2152@uncw.edu::5afc2b85-4bc6-417a-8348-19129b278de8" providerId="AD" clId="Web-{042B3AB4-109F-4DBF-0AF2-88FA7B70D44A}" dt="2025-12-08T04:03:39.323" v="226" actId="20577"/>
          <ac:spMkLst>
            <pc:docMk/>
            <pc:sldMk cId="3445815339" sldId="260"/>
            <ac:spMk id="3" creationId="{741704E5-E074-44B0-4569-BFA556D7AC6C}"/>
          </ac:spMkLst>
        </pc:spChg>
        <pc:spChg chg="del mod ord">
          <ac:chgData name="Deyoung, Sinclair Vincent" userId="S::svd2152@uncw.edu::5afc2b85-4bc6-417a-8348-19129b278de8" providerId="AD" clId="Web-{042B3AB4-109F-4DBF-0AF2-88FA7B70D44A}" dt="2025-12-08T04:16:24.315" v="313"/>
          <ac:spMkLst>
            <pc:docMk/>
            <pc:sldMk cId="3445815339" sldId="260"/>
            <ac:spMk id="4" creationId="{1A28EB0A-99CA-262E-6B07-C3DE8CD13BBD}"/>
          </ac:spMkLst>
        </pc:spChg>
        <pc:spChg chg="add mod ord">
          <ac:chgData name="Deyoung, Sinclair Vincent" userId="S::svd2152@uncw.edu::5afc2b85-4bc6-417a-8348-19129b278de8" providerId="AD" clId="Web-{042B3AB4-109F-4DBF-0AF2-88FA7B70D44A}" dt="2025-12-08T04:04:01.200" v="229" actId="20577"/>
          <ac:spMkLst>
            <pc:docMk/>
            <pc:sldMk cId="3445815339" sldId="260"/>
            <ac:spMk id="5" creationId="{DB62355B-848A-918D-AB42-7B9B352DAFC6}"/>
          </ac:spMkLst>
        </pc:spChg>
        <pc:spChg chg="add del mod ord">
          <ac:chgData name="Deyoung, Sinclair Vincent" userId="S::svd2152@uncw.edu::5afc2b85-4bc6-417a-8348-19129b278de8" providerId="AD" clId="Web-{042B3AB4-109F-4DBF-0AF2-88FA7B70D44A}" dt="2025-12-08T04:16:42.424" v="321"/>
          <ac:spMkLst>
            <pc:docMk/>
            <pc:sldMk cId="3445815339" sldId="260"/>
            <ac:spMk id="6" creationId="{440977DE-0375-A570-A4EB-4E304436115E}"/>
          </ac:spMkLst>
        </pc:spChg>
        <pc:spChg chg="add del mod">
          <ac:chgData name="Deyoung, Sinclair Vincent" userId="S::svd2152@uncw.edu::5afc2b85-4bc6-417a-8348-19129b278de8" providerId="AD" clId="Web-{042B3AB4-109F-4DBF-0AF2-88FA7B70D44A}" dt="2025-12-08T04:18:13.910" v="328"/>
          <ac:spMkLst>
            <pc:docMk/>
            <pc:sldMk cId="3445815339" sldId="260"/>
            <ac:spMk id="9" creationId="{F445A99E-85DD-5D96-577A-F334C309A302}"/>
          </ac:spMkLst>
        </pc:spChg>
        <pc:picChg chg="add del mod ord">
          <ac:chgData name="Deyoung, Sinclair Vincent" userId="S::svd2152@uncw.edu::5afc2b85-4bc6-417a-8348-19129b278de8" providerId="AD" clId="Web-{042B3AB4-109F-4DBF-0AF2-88FA7B70D44A}" dt="2025-12-08T04:18:01.394" v="327"/>
          <ac:picMkLst>
            <pc:docMk/>
            <pc:sldMk cId="3445815339" sldId="260"/>
            <ac:picMk id="7" creationId="{1E639D98-6501-1245-AEA9-858F82AA02B1}"/>
          </ac:picMkLst>
        </pc:picChg>
        <pc:picChg chg="add mod ord">
          <ac:chgData name="Deyoung, Sinclair Vincent" userId="S::svd2152@uncw.edu::5afc2b85-4bc6-417a-8348-19129b278de8" providerId="AD" clId="Web-{042B3AB4-109F-4DBF-0AF2-88FA7B70D44A}" dt="2025-12-08T04:18:38.348" v="333"/>
          <ac:picMkLst>
            <pc:docMk/>
            <pc:sldMk cId="3445815339" sldId="260"/>
            <ac:picMk id="10" creationId="{1E46024F-38DF-A9AB-4C20-DEED9DA14345}"/>
          </ac:picMkLst>
        </pc:picChg>
      </pc:sldChg>
      <pc:sldChg chg="addSp delSp modSp new mod modClrScheme chgLayout">
        <pc:chgData name="Deyoung, Sinclair Vincent" userId="S::svd2152@uncw.edu::5afc2b85-4bc6-417a-8348-19129b278de8" providerId="AD" clId="Web-{042B3AB4-109F-4DBF-0AF2-88FA7B70D44A}" dt="2025-12-08T04:24:36.009" v="356" actId="1076"/>
        <pc:sldMkLst>
          <pc:docMk/>
          <pc:sldMk cId="980602306" sldId="261"/>
        </pc:sldMkLst>
        <pc:spChg chg="mod ord">
          <ac:chgData name="Deyoung, Sinclair Vincent" userId="S::svd2152@uncw.edu::5afc2b85-4bc6-417a-8348-19129b278de8" providerId="AD" clId="Web-{042B3AB4-109F-4DBF-0AF2-88FA7B70D44A}" dt="2025-12-08T04:05:40.471" v="242" actId="20577"/>
          <ac:spMkLst>
            <pc:docMk/>
            <pc:sldMk cId="980602306" sldId="261"/>
            <ac:spMk id="2" creationId="{2DAF8D6F-F530-5A19-0B15-4653B4F7BC3B}"/>
          </ac:spMkLst>
        </pc:spChg>
        <pc:spChg chg="mod ord">
          <ac:chgData name="Deyoung, Sinclair Vincent" userId="S::svd2152@uncw.edu::5afc2b85-4bc6-417a-8348-19129b278de8" providerId="AD" clId="Web-{042B3AB4-109F-4DBF-0AF2-88FA7B70D44A}" dt="2025-12-08T04:23:12.475" v="351" actId="14100"/>
          <ac:spMkLst>
            <pc:docMk/>
            <pc:sldMk cId="980602306" sldId="261"/>
            <ac:spMk id="3" creationId="{E9FBB4DF-E01B-28A2-64E1-4617048C7165}"/>
          </ac:spMkLst>
        </pc:spChg>
        <pc:spChg chg="mod ord">
          <ac:chgData name="Deyoung, Sinclair Vincent" userId="S::svd2152@uncw.edu::5afc2b85-4bc6-417a-8348-19129b278de8" providerId="AD" clId="Web-{042B3AB4-109F-4DBF-0AF2-88FA7B70D44A}" dt="2025-12-08T04:22:52.240" v="349" actId="20577"/>
          <ac:spMkLst>
            <pc:docMk/>
            <pc:sldMk cId="980602306" sldId="261"/>
            <ac:spMk id="4" creationId="{1C632906-0B98-0017-9544-8DE7819818DE}"/>
          </ac:spMkLst>
        </pc:spChg>
        <pc:spChg chg="del">
          <ac:chgData name="Deyoung, Sinclair Vincent" userId="S::svd2152@uncw.edu::5afc2b85-4bc6-417a-8348-19129b278de8" providerId="AD" clId="Web-{042B3AB4-109F-4DBF-0AF2-88FA7B70D44A}" dt="2025-12-08T04:05:28.673" v="237"/>
          <ac:spMkLst>
            <pc:docMk/>
            <pc:sldMk cId="980602306" sldId="261"/>
            <ac:spMk id="5" creationId="{F04069A0-59FD-D984-FDA2-7E2D77F80E39}"/>
          </ac:spMkLst>
        </pc:spChg>
        <pc:spChg chg="del">
          <ac:chgData name="Deyoung, Sinclair Vincent" userId="S::svd2152@uncw.edu::5afc2b85-4bc6-417a-8348-19129b278de8" providerId="AD" clId="Web-{042B3AB4-109F-4DBF-0AF2-88FA7B70D44A}" dt="2025-12-08T04:05:28.673" v="237"/>
          <ac:spMkLst>
            <pc:docMk/>
            <pc:sldMk cId="980602306" sldId="261"/>
            <ac:spMk id="6" creationId="{F6F69357-EB6E-21B9-9119-6F850D0073DA}"/>
          </ac:spMkLst>
        </pc:spChg>
        <pc:picChg chg="add mod">
          <ac:chgData name="Deyoung, Sinclair Vincent" userId="S::svd2152@uncw.edu::5afc2b85-4bc6-417a-8348-19129b278de8" providerId="AD" clId="Web-{042B3AB4-109F-4DBF-0AF2-88FA7B70D44A}" dt="2025-12-08T04:24:36.009" v="356" actId="1076"/>
          <ac:picMkLst>
            <pc:docMk/>
            <pc:sldMk cId="980602306" sldId="261"/>
            <ac:picMk id="7" creationId="{B2A71D59-B98D-5806-34A2-8359A29461CE}"/>
          </ac:picMkLst>
        </pc:picChg>
      </pc:sldChg>
      <pc:sldChg chg="addSp delSp modSp new mod setBg modClrScheme chgLayout">
        <pc:chgData name="Deyoung, Sinclair Vincent" userId="S::svd2152@uncw.edu::5afc2b85-4bc6-417a-8348-19129b278de8" providerId="AD" clId="Web-{042B3AB4-109F-4DBF-0AF2-88FA7B70D44A}" dt="2025-12-08T04:24:24.634" v="353"/>
        <pc:sldMkLst>
          <pc:docMk/>
          <pc:sldMk cId="2343304084" sldId="262"/>
        </pc:sldMkLst>
        <pc:spChg chg="mod ord">
          <ac:chgData name="Deyoung, Sinclair Vincent" userId="S::svd2152@uncw.edu::5afc2b85-4bc6-417a-8348-19129b278de8" providerId="AD" clId="Web-{042B3AB4-109F-4DBF-0AF2-88FA7B70D44A}" dt="2025-12-08T04:24:24.634" v="353"/>
          <ac:spMkLst>
            <pc:docMk/>
            <pc:sldMk cId="2343304084" sldId="262"/>
            <ac:spMk id="2" creationId="{CD2C9B39-6628-59F4-F132-68CA907CD5D1}"/>
          </ac:spMkLst>
        </pc:spChg>
        <pc:spChg chg="mod ord">
          <ac:chgData name="Deyoung, Sinclair Vincent" userId="S::svd2152@uncw.edu::5afc2b85-4bc6-417a-8348-19129b278de8" providerId="AD" clId="Web-{042B3AB4-109F-4DBF-0AF2-88FA7B70D44A}" dt="2025-12-08T04:24:24.634" v="353"/>
          <ac:spMkLst>
            <pc:docMk/>
            <pc:sldMk cId="2343304084" sldId="262"/>
            <ac:spMk id="3" creationId="{2646C3A1-71A2-781C-FA90-0F23F4F9AC3E}"/>
          </ac:spMkLst>
        </pc:spChg>
        <pc:spChg chg="del mod ord">
          <ac:chgData name="Deyoung, Sinclair Vincent" userId="S::svd2152@uncw.edu::5afc2b85-4bc6-417a-8348-19129b278de8" providerId="AD" clId="Web-{042B3AB4-109F-4DBF-0AF2-88FA7B70D44A}" dt="2025-12-08T04:24:16.821" v="352"/>
          <ac:spMkLst>
            <pc:docMk/>
            <pc:sldMk cId="2343304084" sldId="262"/>
            <ac:spMk id="4" creationId="{9BCA8019-8053-ECCF-5FC4-1DC728773AB7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24:24.634" v="353"/>
          <ac:spMkLst>
            <pc:docMk/>
            <pc:sldMk cId="2343304084" sldId="262"/>
            <ac:spMk id="10" creationId="{774A975B-A886-5202-0489-6965514A0D14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24:24.634" v="353"/>
          <ac:spMkLst>
            <pc:docMk/>
            <pc:sldMk cId="2343304084" sldId="262"/>
            <ac:spMk id="12" creationId="{9EE42DCE-4A4F-44C4-84E5-261B3BEEF1DA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24:24.634" v="353"/>
          <ac:spMkLst>
            <pc:docMk/>
            <pc:sldMk cId="2343304084" sldId="262"/>
            <ac:spMk id="14" creationId="{887F59F2-5FBC-40CD-AD35-376AECE49EA6}"/>
          </ac:spMkLst>
        </pc:spChg>
        <pc:picChg chg="add mod ord">
          <ac:chgData name="Deyoung, Sinclair Vincent" userId="S::svd2152@uncw.edu::5afc2b85-4bc6-417a-8348-19129b278de8" providerId="AD" clId="Web-{042B3AB4-109F-4DBF-0AF2-88FA7B70D44A}" dt="2025-12-08T04:24:24.634" v="353"/>
          <ac:picMkLst>
            <pc:docMk/>
            <pc:sldMk cId="2343304084" sldId="262"/>
            <ac:picMk id="5" creationId="{633D1A2C-28CA-2A74-9B8B-E67172B34A1B}"/>
          </ac:picMkLst>
        </pc:picChg>
      </pc:sldChg>
      <pc:sldChg chg="addSp delSp modSp new mod setBg modClrScheme chgLayout">
        <pc:chgData name="Deyoung, Sinclair Vincent" userId="S::svd2152@uncw.edu::5afc2b85-4bc6-417a-8348-19129b278de8" providerId="AD" clId="Web-{042B3AB4-109F-4DBF-0AF2-88FA7B70D44A}" dt="2025-12-08T04:08:17.993" v="286" actId="20577"/>
        <pc:sldMkLst>
          <pc:docMk/>
          <pc:sldMk cId="1075046037" sldId="263"/>
        </pc:sldMkLst>
        <pc:spChg chg="mod ord">
          <ac:chgData name="Deyoung, Sinclair Vincent" userId="S::svd2152@uncw.edu::5afc2b85-4bc6-417a-8348-19129b278de8" providerId="AD" clId="Web-{042B3AB4-109F-4DBF-0AF2-88FA7B70D44A}" dt="2025-12-08T04:08:17.993" v="286" actId="20577"/>
          <ac:spMkLst>
            <pc:docMk/>
            <pc:sldMk cId="1075046037" sldId="263"/>
            <ac:spMk id="2" creationId="{DE321F5C-9B43-8301-D94A-92851713D2DC}"/>
          </ac:spMkLst>
        </pc:spChg>
        <pc:spChg chg="del">
          <ac:chgData name="Deyoung, Sinclair Vincent" userId="S::svd2152@uncw.edu::5afc2b85-4bc6-417a-8348-19129b278de8" providerId="AD" clId="Web-{042B3AB4-109F-4DBF-0AF2-88FA7B70D44A}" dt="2025-12-08T04:07:48.820" v="280"/>
          <ac:spMkLst>
            <pc:docMk/>
            <pc:sldMk cId="1075046037" sldId="263"/>
            <ac:spMk id="3" creationId="{65CD61ED-9AF1-8884-4C35-1AE11AFA4D78}"/>
          </ac:spMkLst>
        </pc:spChg>
        <pc:spChg chg="del">
          <ac:chgData name="Deyoung, Sinclair Vincent" userId="S::svd2152@uncw.edu::5afc2b85-4bc6-417a-8348-19129b278de8" providerId="AD" clId="Web-{042B3AB4-109F-4DBF-0AF2-88FA7B70D44A}" dt="2025-12-08T04:07:48.820" v="280"/>
          <ac:spMkLst>
            <pc:docMk/>
            <pc:sldMk cId="1075046037" sldId="263"/>
            <ac:spMk id="4" creationId="{A5E256A6-9D40-6197-D2E5-E221CB7AD77E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08:10.055" v="285"/>
          <ac:spMkLst>
            <pc:docMk/>
            <pc:sldMk cId="1075046037" sldId="263"/>
            <ac:spMk id="7" creationId="{774A975B-A886-5202-0489-6965514A0D14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08:10.055" v="285"/>
          <ac:spMkLst>
            <pc:docMk/>
            <pc:sldMk cId="1075046037" sldId="263"/>
            <ac:spMk id="9" creationId="{AA083F47-750E-A41F-1E5A-EFB054507C70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08:10.055" v="285"/>
          <ac:spMkLst>
            <pc:docMk/>
            <pc:sldMk cId="1075046037" sldId="263"/>
            <ac:spMk id="11" creationId="{EA67E988-5919-57BB-C7DE-D3EAD38A3045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08:10.055" v="285"/>
          <ac:spMkLst>
            <pc:docMk/>
            <pc:sldMk cId="1075046037" sldId="263"/>
            <ac:spMk id="13" creationId="{C7EFAAB5-34A3-C2FC-70BA-7720CC8ADBAC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08:10.055" v="285"/>
          <ac:spMkLst>
            <pc:docMk/>
            <pc:sldMk cId="1075046037" sldId="263"/>
            <ac:spMk id="15" creationId="{A8A44BC8-2508-4575-75F6-0ED3F11E721E}"/>
          </ac:spMkLst>
        </pc:spChg>
        <pc:spChg chg="add">
          <ac:chgData name="Deyoung, Sinclair Vincent" userId="S::svd2152@uncw.edu::5afc2b85-4bc6-417a-8348-19129b278de8" providerId="AD" clId="Web-{042B3AB4-109F-4DBF-0AF2-88FA7B70D44A}" dt="2025-12-08T04:08:10.055" v="285"/>
          <ac:spMkLst>
            <pc:docMk/>
            <pc:sldMk cId="1075046037" sldId="263"/>
            <ac:spMk id="17" creationId="{74BCF1CC-D6F1-21D9-307D-C36BA9E87FB8}"/>
          </ac:spMkLst>
        </pc:spChg>
      </pc:sldChg>
      <pc:sldMasterChg chg="del delSldLayout">
        <pc:chgData name="Deyoung, Sinclair Vincent" userId="S::svd2152@uncw.edu::5afc2b85-4bc6-417a-8348-19129b278de8" providerId="AD" clId="Web-{042B3AB4-109F-4DBF-0AF2-88FA7B70D44A}" dt="2025-12-08T03:48:53.328" v="2"/>
        <pc:sldMasterMkLst>
          <pc:docMk/>
          <pc:sldMasterMk cId="2460954070" sldId="2147483660"/>
        </pc:sldMasterMkLst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eyoung, Sinclair Vincent" userId="S::svd2152@uncw.edu::5afc2b85-4bc6-417a-8348-19129b278de8" providerId="AD" clId="Web-{042B3AB4-109F-4DBF-0AF2-88FA7B70D44A}" dt="2025-12-08T03:48:53.328" v="2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Deyoung, Sinclair Vincent" userId="S::svd2152@uncw.edu::5afc2b85-4bc6-417a-8348-19129b278de8" providerId="AD" clId="Web-{042B3AB4-109F-4DBF-0AF2-88FA7B70D44A}" dt="2025-12-08T03:49:37.580" v="18"/>
        <pc:sldMasterMkLst>
          <pc:docMk/>
          <pc:sldMasterMk cId="4769019" sldId="2147483708"/>
        </pc:sldMasterMkLst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1874593391" sldId="2147483697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4000415078" sldId="2147483698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706845822" sldId="2147483699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2004219413" sldId="2147483700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80228631" sldId="2147483701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466450844" sldId="2147483702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3557232665" sldId="2147483703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2729334443" sldId="2147483704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1663017015" sldId="2147483705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460455552" sldId="2147483706"/>
          </pc:sldLayoutMkLst>
        </pc:sldLayoutChg>
        <pc:sldLayoutChg chg="add del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08"/>
            <pc:sldLayoutMk cId="2251836926" sldId="2147483707"/>
          </pc:sldLayoutMkLst>
        </pc:sldLayoutChg>
      </pc:sldMasterChg>
      <pc:sldMasterChg chg="add addSldLayout">
        <pc:chgData name="Deyoung, Sinclair Vincent" userId="S::svd2152@uncw.edu::5afc2b85-4bc6-417a-8348-19129b278de8" providerId="AD" clId="Web-{042B3AB4-109F-4DBF-0AF2-88FA7B70D44A}" dt="2025-12-08T03:49:37.580" v="18"/>
        <pc:sldMasterMkLst>
          <pc:docMk/>
          <pc:sldMasterMk cId="4769019" sldId="2147483758"/>
        </pc:sldMasterMkLst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1874593391" sldId="2147483747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4000415078" sldId="2147483748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706845822" sldId="2147483749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2004219413" sldId="2147483750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80228631" sldId="2147483751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466450844" sldId="2147483752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3557232665" sldId="2147483753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2729334443" sldId="2147483754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1663017015" sldId="2147483755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460455552" sldId="2147483756"/>
          </pc:sldLayoutMkLst>
        </pc:sldLayoutChg>
        <pc:sldLayoutChg chg="add">
          <pc:chgData name="Deyoung, Sinclair Vincent" userId="S::svd2152@uncw.edu::5afc2b85-4bc6-417a-8348-19129b278de8" providerId="AD" clId="Web-{042B3AB4-109F-4DBF-0AF2-88FA7B70D44A}" dt="2025-12-08T03:49:37.580" v="18"/>
          <pc:sldLayoutMkLst>
            <pc:docMk/>
            <pc:sldMasterMk cId="4769019" sldId="2147483758"/>
            <pc:sldLayoutMk cId="2251836926" sldId="214748375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3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34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1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5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3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59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15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45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19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50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1" r:id="rId6"/>
    <p:sldLayoutId id="2147483747" r:id="rId7"/>
    <p:sldLayoutId id="2147483748" r:id="rId8"/>
    <p:sldLayoutId id="2147483749" r:id="rId9"/>
    <p:sldLayoutId id="2147483750" r:id="rId10"/>
    <p:sldLayoutId id="214748375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Close up of song composition">
            <a:extLst>
              <a:ext uri="{FF2B5EF4-FFF2-40B4-BE49-F238E27FC236}">
                <a16:creationId xmlns:a16="http://schemas.microsoft.com/office/drawing/2014/main" id="{DE3FE35B-2705-ACDC-244C-7FA9DB3DDA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36" b="23464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Be The Music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By Ryan Farrell &amp; Sinclair DeYoung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A32877-2F0B-FA96-D606-92DE5D2F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200400" cy="2432304"/>
          </a:xfrm>
        </p:spPr>
        <p:txBody>
          <a:bodyPr anchor="b">
            <a:normAutofit/>
          </a:bodyPr>
          <a:lstStyle/>
          <a:p>
            <a:r>
              <a:rPr lang="en-US" sz="4000"/>
              <a:t>What is Be The Music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F4647-52E6-EDF4-A9DC-A807715FF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3538728"/>
            <a:ext cx="3200400" cy="281635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VR rhythm game inspired by Guitar Hero/Beat Saber</a:t>
            </a:r>
            <a:endParaRPr lang="en-US" dirty="0">
              <a:latin typeface="Bierstadt"/>
            </a:endParaRPr>
          </a:p>
          <a:p>
            <a:r>
              <a:rPr lang="en-US" dirty="0">
                <a:ea typeface="+mn-lt"/>
                <a:cs typeface="+mn-lt"/>
              </a:rPr>
              <a:t> Players use drumsticks to hit incoming notes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Immersive musical experience in virtual reality</a:t>
            </a:r>
            <a:endParaRPr lang="en-US" dirty="0"/>
          </a:p>
        </p:txBody>
      </p:sp>
      <p:pic>
        <p:nvPicPr>
          <p:cNvPr id="5" name="Picture 4" descr="A red drum on a stand&#10;&#10;AI-generated content may be incorrect.">
            <a:extLst>
              <a:ext uri="{FF2B5EF4-FFF2-40B4-BE49-F238E27FC236}">
                <a16:creationId xmlns:a16="http://schemas.microsoft.com/office/drawing/2014/main" id="{75AA367C-6346-165C-6FDE-71730BD14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053" b="1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18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28FA-DEC8-6DEB-75CD-CF22F468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Core Gameplay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E1A50-86CA-6487-4538-4249C0499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2338202"/>
            <a:ext cx="5166360" cy="33101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Notes spawn and travel toward player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Players hit notes with correct drumstick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3. Scoring based on timing accuracy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4. Combo multiplier system</a:t>
            </a:r>
          </a:p>
          <a:p>
            <a:pPr marL="0" indent="0">
              <a:buNone/>
            </a:pPr>
            <a:r>
              <a:rPr lang="en-US" sz="2200" dirty="0">
                <a:latin typeface="Consolas"/>
              </a:rPr>
              <a:t>Note Types</a:t>
            </a:r>
          </a:p>
          <a:p>
            <a:pPr>
              <a:buFont typeface="Arial"/>
              <a:buChar char="•"/>
            </a:pPr>
            <a:r>
              <a:rPr lang="en-US" dirty="0"/>
              <a:t>Left-hand notes (Light-Green) → Left drumstick</a:t>
            </a:r>
          </a:p>
          <a:p>
            <a:pPr>
              <a:buFont typeface="Arial"/>
              <a:buChar char="•"/>
            </a:pPr>
            <a:r>
              <a:rPr lang="en-US" dirty="0"/>
              <a:t>Right-hand notes (Red-Purple) → Right drum</a:t>
            </a:r>
          </a:p>
        </p:txBody>
      </p:sp>
      <p:pic>
        <p:nvPicPr>
          <p:cNvPr id="7" name="Picture 6" descr="A group of colorful notes&#10;&#10;AI-generated content may be incorrect.">
            <a:extLst>
              <a:ext uri="{FF2B5EF4-FFF2-40B4-BE49-F238E27FC236}">
                <a16:creationId xmlns:a16="http://schemas.microsoft.com/office/drawing/2014/main" id="{03455E9C-9EE2-C533-8729-29CDB3210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072" y="1451360"/>
            <a:ext cx="4567975" cy="489182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D2A6F8-FB88-1165-0BBB-202B3A3FAB7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38AC65-15EA-7D17-195B-02E8A5FD1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02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3E8C7-61EE-C463-6F16-E0A4A7D2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One Scene, Complete Experience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397DD-488A-42B8-8FA1-1BA2325B43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Bierstadt"/>
              </a:rPr>
              <a:t>All gameplay in a single, seamless VR environment</a:t>
            </a:r>
            <a:endParaRPr lang="en-US">
              <a:latin typeface="Bierstadt"/>
            </a:endParaRPr>
          </a:p>
          <a:p>
            <a:r>
              <a:rPr lang="en-US" dirty="0">
                <a:latin typeface="Bierstadt"/>
              </a:rPr>
              <a:t>No loading screens or scene transitions</a:t>
            </a:r>
            <a:endParaRPr lang="en-US">
              <a:latin typeface="Bierstadt"/>
            </a:endParaRPr>
          </a:p>
          <a:p>
            <a:r>
              <a:rPr lang="en-US" dirty="0">
                <a:latin typeface="Bierstadt"/>
              </a:rPr>
              <a:t>Immediate gameplay from start to finish</a:t>
            </a:r>
            <a:endParaRPr lang="en-US">
              <a:latin typeface="Bierstad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BF857-863F-7513-625B-49FEC45D2D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ierstadt"/>
              </a:rPr>
              <a:t>Why Single-Scene?</a:t>
            </a:r>
            <a:endParaRPr lang="en-US">
              <a:latin typeface="Bierstadt"/>
            </a:endParaRPr>
          </a:p>
          <a:p>
            <a:pPr marL="0" indent="0">
              <a:buNone/>
            </a:pPr>
            <a:r>
              <a:rPr lang="en-US" dirty="0">
                <a:latin typeface="Bierstadt"/>
              </a:rPr>
              <a:t>• Better VR immersion (no breaks in presence)
• Faster load times
• Simplified development workflow
• Smooth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46473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17B5F-8751-6817-77B7-9AF36CD8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Core Game Mechanics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2355B-848A-918D-AB42-7B9B352DA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i="0" dirty="0">
                <a:latin typeface="Bierstadt"/>
              </a:rPr>
              <a:t>Gameplay Loop</a:t>
            </a:r>
            <a:endParaRPr lang="en-US" dirty="0">
              <a:latin typeface="Bierstad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704E5-E074-44B0-4569-BFA556D7AC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Bierstadt"/>
              </a:rPr>
              <a:t>1. Start in menu → Press VR button
2. Countdown (3-2-1-GO!)
3. Notes spawn → Travel to drums
4. Hit with correct stick → Score points
5. Song ends → Show results
6. Return to menu (sa</a:t>
            </a:r>
            <a:r>
              <a:rPr lang="en-US" dirty="0">
                <a:latin typeface="Consolas"/>
              </a:rPr>
              <a:t>me scene)</a:t>
            </a:r>
            <a:endParaRPr lang="en-US" dirty="0"/>
          </a:p>
        </p:txBody>
      </p:sp>
      <p:pic>
        <p:nvPicPr>
          <p:cNvPr id="10" name="Content Placeholder 9" descr="A screenshot of a computer screen">
            <a:extLst>
              <a:ext uri="{FF2B5EF4-FFF2-40B4-BE49-F238E27FC236}">
                <a16:creationId xmlns:a16="http://schemas.microsoft.com/office/drawing/2014/main" id="{1E46024F-38DF-A9AB-4C20-DEED9DA1434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8720892" y="981302"/>
            <a:ext cx="1718830" cy="550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15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F8D6F-F530-5A19-0B15-4653B4F7B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32906-0B98-0017-9544-8DE781981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latin typeface="Consola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BB4DF-E01B-28A2-64E1-4617048C7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2293902"/>
            <a:ext cx="5020056" cy="405203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400" i="0" dirty="0">
                <a:latin typeface="Consolas"/>
              </a:rPr>
              <a:t>Challenge 1: State Management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Problem: Multiple "screens" in one scene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Solution: Central </a:t>
            </a:r>
            <a:r>
              <a:rPr lang="en-US" sz="1400" i="0" err="1">
                <a:latin typeface="Consolas"/>
              </a:rPr>
              <a:t>GameStateManager</a:t>
            </a:r>
            <a:r>
              <a:rPr lang="en-US" sz="1400" i="0" dirty="0">
                <a:latin typeface="Consolas"/>
              </a:rPr>
              <a:t> with events</a:t>
            </a:r>
            <a:br>
              <a:rPr lang="en-US" sz="1400" i="0" dirty="0">
                <a:latin typeface="Consolas"/>
              </a:rPr>
            </a:b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Challenge 2: Performance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Problem: Everything loaded at once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Solution: Object pooling + selective activation</a:t>
            </a:r>
            <a:br>
              <a:rPr lang="en-US" sz="1400" i="0" dirty="0">
                <a:latin typeface="Consolas"/>
              </a:rPr>
            </a:b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Challenge 3: VR Comfort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Problem: Player disorientation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Solution: Clear visual zones + audio cues</a:t>
            </a:r>
            <a:br>
              <a:rPr lang="en-US" sz="1400" i="0" dirty="0">
                <a:latin typeface="Consolas"/>
              </a:rPr>
            </a:b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Challenge 4: Hit Accuracy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Problem: VR tracking latency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Solution: Generous hit windows + prediction</a:t>
            </a:r>
          </a:p>
          <a:p>
            <a:r>
              <a:rPr lang="en-US" sz="1400" i="0" dirty="0">
                <a:latin typeface="Consolas"/>
              </a:rPr>
              <a:t>Challenge 5: Lack of Assets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Problem: Lack of public free assets and 3d   modelling knowledge.</a:t>
            </a:r>
            <a:br>
              <a:rPr lang="en-US" sz="1400" i="0" dirty="0">
                <a:latin typeface="Consolas"/>
              </a:rPr>
            </a:br>
            <a:r>
              <a:rPr lang="en-US" sz="1400" i="0" dirty="0">
                <a:latin typeface="Consolas"/>
              </a:rPr>
              <a:t>• Solution: Manually creating scene objects with Unity primitives.</a:t>
            </a:r>
            <a:endParaRPr lang="en-US" dirty="0"/>
          </a:p>
          <a:p>
            <a:endParaRPr lang="en-US" sz="1400" i="0" dirty="0">
              <a:latin typeface="Consolas"/>
            </a:endParaRPr>
          </a:p>
          <a:p>
            <a:pPr marL="285750" indent="-285750">
              <a:buChar char="•"/>
            </a:pPr>
            <a:endParaRPr lang="en-US" sz="1400" i="0" dirty="0">
              <a:latin typeface="Consolas"/>
            </a:endParaRPr>
          </a:p>
          <a:p>
            <a:endParaRPr lang="en-US" sz="1400" i="0" dirty="0">
              <a:latin typeface="Consolas"/>
            </a:endParaRPr>
          </a:p>
        </p:txBody>
      </p:sp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2A71D59-B98D-5806-34A2-8359A2946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299" y="989697"/>
            <a:ext cx="4477780" cy="535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0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C9B39-6628-59F4-F132-68CA907C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Potential Enhancements: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C3A1-71A2-781C-FA90-0F23F4F9A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6281928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/>
            <a:r>
              <a:rPr lang="en-US"/>
              <a:t>Song Editor - Create custom patterns</a:t>
            </a:r>
          </a:p>
          <a:p>
            <a:pPr marL="342900"/>
            <a:r>
              <a:rPr lang="en-US"/>
              <a:t>Advanced Visuals - Dynamic environments</a:t>
            </a:r>
          </a:p>
          <a:p>
            <a:pPr marL="342900"/>
            <a:r>
              <a:rPr lang="en-US"/>
              <a:t>More Instruments - Expand beyond drums or more drums</a:t>
            </a:r>
          </a:p>
        </p:txBody>
      </p:sp>
      <p:pic>
        <p:nvPicPr>
          <p:cNvPr id="5" name="Content Placeholder 4" descr="A drum on a stand&#10;&#10;AI-generated content may be incorrect.">
            <a:extLst>
              <a:ext uri="{FF2B5EF4-FFF2-40B4-BE49-F238E27FC236}">
                <a16:creationId xmlns:a16="http://schemas.microsoft.com/office/drawing/2014/main" id="{633D1A2C-28CA-2A74-9B8B-E67172B34A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326679" y="508090"/>
            <a:ext cx="4338439" cy="584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04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21F5C-9B43-8301-D94A-92851713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3213" cy="3421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8800"/>
              <a:t>Questions?</a:t>
            </a:r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4603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GestaltVTI</vt:lpstr>
      <vt:lpstr>Be The Music</vt:lpstr>
      <vt:lpstr>What is Be The Music</vt:lpstr>
      <vt:lpstr>Core Gameplay</vt:lpstr>
      <vt:lpstr>One Scene, Complete Experience</vt:lpstr>
      <vt:lpstr>Core Game Mechanics</vt:lpstr>
      <vt:lpstr>Challenges &amp; Solutions</vt:lpstr>
      <vt:lpstr>Potential Enhancements: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169</cp:revision>
  <dcterms:created xsi:type="dcterms:W3CDTF">2025-12-08T03:48:22Z</dcterms:created>
  <dcterms:modified xsi:type="dcterms:W3CDTF">2025-12-08T18:33:07Z</dcterms:modified>
</cp:coreProperties>
</file>